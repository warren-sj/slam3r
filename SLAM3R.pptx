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1"/>
  </p:notesMasterIdLst>
  <p:sldIdLst>
    <p:sldId id="256" r:id="rId2"/>
    <p:sldId id="257" r:id="rId3"/>
    <p:sldId id="259" r:id="rId4"/>
    <p:sldId id="258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2" r:id="rId14"/>
    <p:sldId id="269" r:id="rId15"/>
    <p:sldId id="270" r:id="rId16"/>
    <p:sldId id="273" r:id="rId17"/>
    <p:sldId id="271" r:id="rId18"/>
    <p:sldId id="274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>
      <p:cViewPr>
        <p:scale>
          <a:sx n="100" d="100"/>
          <a:sy n="100" d="100"/>
        </p:scale>
        <p:origin x="115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6CDF69-D9FB-4E48-813D-3E3D547B7197}" type="datetimeFigureOut">
              <a:rPr lang="en-GB" smtClean="0"/>
              <a:t>10/09/2025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0F0BAF-A7CC-42F6-BA05-9EE3374D58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311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63619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2982-7DB2-F7A4-9205-D6B42ADD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D18C9-F06B-BE37-87B3-E044D3094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44770-8A6A-5837-C3EB-3EA0FB11D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E056B-D6FB-3D4B-6921-93BF0F462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054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833EE-9FDF-67C1-FDAF-2D8FDCF0C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0322-B3DF-759A-2217-F6AC81801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71A504-A63F-4AD2-54CF-A648C60C0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93D29-3B9F-7B3D-9ADB-CC2ABC7BB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631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C058-7252-440C-CF05-0AE240D4D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2355F-E82E-3596-CB53-14AF72256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0E606-A131-B760-77AE-7E69C3143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0AE2A-27DD-239F-CDEC-355AA89C9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63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D5A55-1349-C97E-C904-D7BDFC93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4A3B7-1D4A-D749-8A9A-478D6CB6B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780D5-0183-D1EF-375A-84C9B2226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8A634-204A-C2B5-323B-4945D051B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4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8867D-F7BB-2397-E991-E045C4E1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15763-D7CB-A134-594D-0D85D27E1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B6C3C8-1662-2AC5-4FF5-FF852657A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2F385-15B3-42DB-1386-DC32E6C336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049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9D14-A8FA-A2A0-710A-45C8CE4F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E4D68-3D90-4B93-CFF9-88456EA3B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CCF18-B1C3-5601-CC24-13090F6F9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23827-7DF6-F80A-02E3-FEBB21FB6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24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DAB96-79B2-60EE-D893-183C7061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8EDA9-D526-A6EA-9156-8DAF2F6BC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83C41-0F62-9A40-1B4F-128E65644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966C1-8AD0-6C00-4869-AA157CA9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04699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A9D23-4CA3-EB52-604E-1C7524C72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F706-E866-E125-7ADB-292A4150C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77194-C24A-8B74-EA56-2AC089F63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434FD-34A7-9427-327D-6C1148CAE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705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0D236-E22C-DF3D-072D-0F2AB201D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A680-29B3-33CC-207D-2F94E6D0C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71F2D-EB53-F2A9-B59D-566236839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AD739-7CC7-FB69-7FF1-90C1E336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35C54-59A0-6AE1-656E-C05AFA91F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56BD8-965E-7F04-8FFE-EF54D4FC1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10661-BC53-D684-D0D8-A28F908B3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5B875-23FC-7C8C-4C21-35A1D79B67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997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DD57-A8FE-5D33-9E7A-2F65104E6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28AF0-D92E-F80D-F36E-EA4A8EB78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08DA5-8766-8146-60BE-5918F0509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2EDD0-D148-6FE1-7F3C-BA8FA4A23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08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69B13-A674-BC7C-79CA-156C1C3C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EF035-EC3E-9015-47D4-AAC611D07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BBCDE-2B12-1A88-CCCE-9118115FD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A2F3C-4ABF-68BF-D513-2F1D52581B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81500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F7220-198B-7026-86D2-24CD11919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C86E0-77A4-831E-C795-598EA2E8E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7AB1E-42E3-08E6-D30F-0B85768A8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212F8-F63A-3129-690F-BD3EBAF97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01618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80B83-483C-9B46-490D-E6C38B7BF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EF360-3654-4BA2-EEFC-C7826C990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F1880-E834-8BBA-53D3-AC10F5472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360B6-B897-1C6A-9C3B-CB2A779B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439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505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249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763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96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92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399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651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61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887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4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639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1">
                <a:lumMod val="50000"/>
                <a:lumOff val="50000"/>
              </a:schemeClr>
            </a:gs>
            <a:gs pos="0">
              <a:schemeClr val="bg2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53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BEC44CD-E290-4D60-A056-5BA05B182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D06B9-56B5-D9DC-2110-29CD5E2961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-2" y="-4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415CC0-7A2B-1B9B-F1D9-A8D5A143D0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5021182" cy="2450592"/>
          </a:xfrm>
        </p:spPr>
        <p:txBody>
          <a:bodyPr anchor="t">
            <a:normAutofit/>
          </a:bodyPr>
          <a:lstStyle/>
          <a:p>
            <a:r>
              <a:rPr lang="en-GB" sz="6000" dirty="0">
                <a:solidFill>
                  <a:srgbClr val="FFFFFF"/>
                </a:solidFill>
              </a:rPr>
              <a:t>SLAM3R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D6242-EDB3-C73D-2658-B2E895929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2366" y="4017818"/>
            <a:ext cx="5040785" cy="1828799"/>
          </a:xfrm>
        </p:spPr>
        <p:txBody>
          <a:bodyPr anchor="b">
            <a:normAutofit fontScale="925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Real-Time Dense Scene Reconstruction from Monocular RGB Videos</a:t>
            </a:r>
          </a:p>
          <a:p>
            <a:r>
              <a:rPr lang="en-US" sz="2400" dirty="0"/>
              <a:t>CVPR 2025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Liu et al.</a:t>
            </a:r>
            <a:endParaRPr lang="en-GB" sz="2400" dirty="0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189494-2B67-46D2-93D6-A122A09BF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C2942CD-BEFC-903D-FD5B-F72E73DF9D98}"/>
              </a:ext>
            </a:extLst>
          </p:cNvPr>
          <p:cNvSpPr txBox="1">
            <a:spLocks/>
          </p:cNvSpPr>
          <p:nvPr/>
        </p:nvSpPr>
        <p:spPr>
          <a:xfrm>
            <a:off x="2625852" y="6349910"/>
            <a:ext cx="9144000" cy="4748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By </a:t>
            </a:r>
            <a:r>
              <a:rPr lang="en-US" dirty="0" err="1"/>
              <a:t>VisionNext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4844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931D-9209-2E09-EF9D-317A26DD9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3D Reconstruction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D5B16-8C5D-3E26-951D-85F3AE5D5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Some methods for reconstruction are Structure from Motion (</a:t>
            </a:r>
            <a:r>
              <a:rPr lang="en-GB" dirty="0" err="1"/>
              <a:t>SfM</a:t>
            </a:r>
            <a:r>
              <a:rPr lang="en-GB" dirty="0"/>
              <a:t>), Multi View Stereo (MVS) and Monocular SLAM-based reconstructions.</a:t>
            </a:r>
          </a:p>
          <a:p>
            <a:r>
              <a:rPr lang="en-GB" dirty="0"/>
              <a:t>These have certain issues:</a:t>
            </a:r>
          </a:p>
          <a:p>
            <a:pPr lvl="1"/>
            <a:r>
              <a:rPr lang="en-GB" dirty="0" err="1"/>
              <a:t>SfM</a:t>
            </a:r>
            <a:r>
              <a:rPr lang="en-GB" dirty="0"/>
              <a:t>: sparse points and require heavy optimization</a:t>
            </a:r>
          </a:p>
          <a:p>
            <a:pPr lvl="1"/>
            <a:r>
              <a:rPr lang="en-GB" dirty="0"/>
              <a:t>MVS: Not real-time</a:t>
            </a:r>
          </a:p>
          <a:p>
            <a:pPr lvl="1"/>
            <a:r>
              <a:rPr lang="en-GB" dirty="0"/>
              <a:t>Monocular SLAM: Slow and drift accumulation</a:t>
            </a:r>
          </a:p>
        </p:txBody>
      </p:sp>
      <p:pic>
        <p:nvPicPr>
          <p:cNvPr id="1026" name="Picture 2" descr="Structure from Motion (SfM) photogrammetric principle. Source:... |  Download Scientific Diagram">
            <a:extLst>
              <a:ext uri="{FF2B5EF4-FFF2-40B4-BE49-F238E27FC236}">
                <a16:creationId xmlns:a16="http://schemas.microsoft.com/office/drawing/2014/main" id="{BF65C4F7-FED6-C3FF-49C9-7E8DF2B41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728" y="4151377"/>
            <a:ext cx="3165225" cy="2350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ulti-view stereo algorithm steps [5] | Download Scientific Diagram">
            <a:extLst>
              <a:ext uri="{FF2B5EF4-FFF2-40B4-BE49-F238E27FC236}">
                <a16:creationId xmlns:a16="http://schemas.microsoft.com/office/drawing/2014/main" id="{FD3F6B60-7348-08F0-DD68-8F67AC40D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5048" y="2932135"/>
            <a:ext cx="3408807" cy="3670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4FC420D-E97B-57D0-D075-D7A6F67A3E2F}"/>
              </a:ext>
            </a:extLst>
          </p:cNvPr>
          <p:cNvSpPr txBox="1"/>
          <p:nvPr/>
        </p:nvSpPr>
        <p:spPr>
          <a:xfrm>
            <a:off x="3923920" y="5050708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Structure from Motion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72B16-8D26-839D-84D6-71CDD49660E1}"/>
              </a:ext>
            </a:extLst>
          </p:cNvPr>
          <p:cNvSpPr txBox="1"/>
          <p:nvPr/>
        </p:nvSpPr>
        <p:spPr>
          <a:xfrm>
            <a:off x="5886832" y="6023307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Multi View Stereo</a:t>
            </a:r>
          </a:p>
        </p:txBody>
      </p:sp>
    </p:spTree>
    <p:extLst>
      <p:ext uri="{BB962C8B-B14F-4D97-AF65-F5344CB8AC3E}">
        <p14:creationId xmlns:p14="http://schemas.microsoft.com/office/powerpoint/2010/main" val="2252304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E4F44-B478-6CA4-AA04-D2A9CE268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3B19-F83E-0A1E-8265-14151E9F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 for SLAM3R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9F851-98D0-E109-8801-6CF20F513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The goal is to have a method that satisfies the following:</a:t>
            </a:r>
          </a:p>
          <a:p>
            <a:pPr lvl="1"/>
            <a:r>
              <a:rPr lang="en-GB" dirty="0"/>
              <a:t>Generates dense points</a:t>
            </a:r>
          </a:p>
          <a:p>
            <a:pPr lvl="1"/>
            <a:r>
              <a:rPr lang="en-GB" dirty="0"/>
              <a:t>Has high accuracy</a:t>
            </a:r>
          </a:p>
          <a:p>
            <a:pPr lvl="1"/>
            <a:r>
              <a:rPr lang="en-GB" dirty="0"/>
              <a:t>Able to run in real-time</a:t>
            </a:r>
          </a:p>
          <a:p>
            <a:pPr lvl="1"/>
            <a:r>
              <a:rPr lang="en-GB" dirty="0"/>
              <a:t>Works with RGB monocular input</a:t>
            </a:r>
          </a:p>
          <a:p>
            <a:r>
              <a:rPr lang="en-GB" dirty="0"/>
              <a:t>SLAM3R is a </a:t>
            </a:r>
            <a:r>
              <a:rPr lang="en-US" dirty="0"/>
              <a:t>real-time, end-to-end system for dense reconstruction from monocular RGB videos which satisfies the above requirements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0129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6D6A-7D07-054C-C3E7-FE7AEA1EC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DFDA-FA4B-5639-4335-DC52A650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3F440-F942-EFE2-25B5-F88490BB8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architecture consists of 2 networks:</a:t>
            </a:r>
          </a:p>
          <a:p>
            <a:pPr lvl="1"/>
            <a:r>
              <a:rPr lang="en-US" dirty="0"/>
              <a:t>Image to Point (I2P)</a:t>
            </a:r>
          </a:p>
          <a:p>
            <a:pPr lvl="1"/>
            <a:r>
              <a:rPr lang="en-US" dirty="0"/>
              <a:t>Local to World (L2W)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961378-F31F-FF57-980C-4729EBF3A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534" y="3122505"/>
            <a:ext cx="9726932" cy="309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761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FC30-157F-88C8-6E0A-001022BF8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54B46-E146-3A26-5B4E-45DE32A6B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I2P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55159-EA84-F8DC-E08E-D7C1404059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I2P network infers dense 3D point maps for every pixel of a keyframe in a window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BA22D-F574-B257-8361-9B31DA1EFB9F}"/>
              </a:ext>
            </a:extLst>
          </p:cNvPr>
          <p:cNvSpPr/>
          <p:nvPr/>
        </p:nvSpPr>
        <p:spPr>
          <a:xfrm>
            <a:off x="3150036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Image encoder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90343-86A4-053C-B34B-D77CC49484D8}"/>
              </a:ext>
            </a:extLst>
          </p:cNvPr>
          <p:cNvSpPr/>
          <p:nvPr/>
        </p:nvSpPr>
        <p:spPr>
          <a:xfrm>
            <a:off x="5978576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Keyframe Decoder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4D5DBF-39C0-E89D-CA5D-453B4DECDF8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890442" y="3598165"/>
            <a:ext cx="1088134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3FE139A-336A-51D9-57C5-13070E4215DD}"/>
              </a:ext>
            </a:extLst>
          </p:cNvPr>
          <p:cNvSpPr/>
          <p:nvPr/>
        </p:nvSpPr>
        <p:spPr>
          <a:xfrm>
            <a:off x="90406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5F21AA-A78A-4FD6-8D47-15224936AA02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718986" y="3598165"/>
            <a:ext cx="1321686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70F7563-5704-5E33-3E64-68C945FC71F7}"/>
              </a:ext>
            </a:extLst>
          </p:cNvPr>
          <p:cNvSpPr/>
          <p:nvPr/>
        </p:nvSpPr>
        <p:spPr>
          <a:xfrm>
            <a:off x="5978578" y="4804030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Supporting Frame Decoder</a:t>
            </a:r>
            <a:endParaRPr lang="en-GB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EB2E64-0D88-69C3-BDEA-49262268C9F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4890442" y="4545712"/>
            <a:ext cx="1088136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F797E96-A135-E6A1-C78D-AF0D8CF855CB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718985" y="4545712"/>
            <a:ext cx="1321687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FD6436E-2D38-C818-65E5-7851F0C23707}"/>
              </a:ext>
            </a:extLst>
          </p:cNvPr>
          <p:cNvSpPr/>
          <p:nvPr/>
        </p:nvSpPr>
        <p:spPr>
          <a:xfrm>
            <a:off x="8155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 windows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AC734F-8C7F-35F6-0310-11BBDFB79202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2555978" y="4545712"/>
            <a:ext cx="594058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292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22783-16BA-5BD4-316F-CE8A1F42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FD65-A749-CA2D-6BE3-B948EE5C8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Encoder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Each frame is encoded to obtain token representations. </a:t>
                </a:r>
              </a:p>
              <a:p>
                <a:r>
                  <a:rPr lang="en-US" dirty="0"/>
                  <a:t>Encoder blocks each contain self-attention and feed-forward layers. 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𝑖𝑚𝑔</m:t>
                          </m:r>
                        </m:sub>
                      </m:sSub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×3)</m:t>
                          </m:r>
                        </m:sup>
                      </m:sSub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= 1 …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L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Output tokens are separated as keyframe and supporting frames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9628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37518-2875-EE6E-9740-8C3D33B78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42458-0389-C7D7-6752-C141F20E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Keyframe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Uses the vision transformer decoder architecture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lit/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/>
                  <a:t>Performs self attention on the keyframe</a:t>
                </a:r>
              </a:p>
              <a:p>
                <a:r>
                  <a:rPr lang="en-US" dirty="0"/>
                  <a:t>Performs cross-attention with queries from the keyframe and keys and values from supporting frames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lit/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}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m:rPr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9954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31EDC-3B2D-6401-5FFC-C66F3E1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5543C-8471-E599-A7DC-5742F6B0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Supporting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Complements the keyframe decoder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Self attention within each supporting frame</a:t>
                </a:r>
              </a:p>
              <a:p>
                <a:r>
                  <a:rPr lang="en-US" dirty="0"/>
                  <a:t>Cross attention between each supporting frame and key frame</a:t>
                </a:r>
                <a:endParaRPr lang="en-GB" dirty="0"/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 = 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1 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… 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3906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97AB0-2ECF-4B4C-8AC9-5423A623E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 linear head is applied to regress dense 3D point maps in the unified coordinate system from decoded tokens.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3E0018D-990A-C41F-7199-C5BD575E8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5568B8E-4DE7-6097-E6C2-020075D01E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54518" y="2558415"/>
            <a:ext cx="6082963" cy="42252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F497B925-80D2-D265-367C-A174F6FF16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3023" y="3522507"/>
            <a:ext cx="4342841" cy="74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040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9A1B-92DE-7D32-6CBB-972BEAD1F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E5F9-9269-8F93-773E-717953D54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L2W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7FA32-DED2-4DDB-5E4F-2580D3B66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Local-to-World network incrementally registers the newly generated point map into a global 3D coordinate system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6E703F-3F82-E57C-122B-74818DFADE3B}"/>
              </a:ext>
            </a:extLst>
          </p:cNvPr>
          <p:cNvSpPr/>
          <p:nvPr/>
        </p:nvSpPr>
        <p:spPr>
          <a:xfrm>
            <a:off x="593162" y="2779777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initialization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02F14-8DCD-645D-844D-9B61C881EAAA}"/>
              </a:ext>
            </a:extLst>
          </p:cNvPr>
          <p:cNvSpPr/>
          <p:nvPr/>
        </p:nvSpPr>
        <p:spPr>
          <a:xfrm>
            <a:off x="6096000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Registration Decoder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67E0C6-4D2D-4F5F-A96E-E41C98CC7C1B}"/>
              </a:ext>
            </a:extLst>
          </p:cNvPr>
          <p:cNvSpPr/>
          <p:nvPr/>
        </p:nvSpPr>
        <p:spPr>
          <a:xfrm>
            <a:off x="9486795" y="36210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AE4B08-8491-2E8C-82D3-BA98364BEE21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836410" y="3598165"/>
            <a:ext cx="1650385" cy="8412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293CA75-B95C-399E-3F65-A8E6696F44DE}"/>
              </a:ext>
            </a:extLst>
          </p:cNvPr>
          <p:cNvSpPr/>
          <p:nvPr/>
        </p:nvSpPr>
        <p:spPr>
          <a:xfrm>
            <a:off x="6096000" y="4922615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Decoder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B53F865-DB8A-BD0E-145B-5B2B4C2E959C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836407" y="4439412"/>
            <a:ext cx="1650388" cy="130159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8F3A372-FF85-E8C5-157D-A41BD831A05F}"/>
              </a:ext>
            </a:extLst>
          </p:cNvPr>
          <p:cNvSpPr/>
          <p:nvPr/>
        </p:nvSpPr>
        <p:spPr>
          <a:xfrm>
            <a:off x="593161" y="4898898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Buffer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726AAA7-BEF7-2B14-61A2-3C031563566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333568" y="3598165"/>
            <a:ext cx="3762432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893EE4-E34C-F779-2BD6-658C1500BE1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2333568" y="3598165"/>
            <a:ext cx="3762432" cy="214283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F087930-229F-F26E-0AB1-7304F54579AC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2333568" y="5717286"/>
            <a:ext cx="3762432" cy="2371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5B506FF-B373-B360-CB52-898417F1EED1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2409768" y="3598165"/>
            <a:ext cx="3686232" cy="20716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C29BD9B-E62C-6706-60EC-7672FC2BDDEE}"/>
              </a:ext>
            </a:extLst>
          </p:cNvPr>
          <p:cNvCxnSpPr>
            <a:cxnSpLocks/>
          </p:cNvCxnSpPr>
          <p:nvPr/>
        </p:nvCxnSpPr>
        <p:spPr>
          <a:xfrm>
            <a:off x="964799" y="4416553"/>
            <a:ext cx="0" cy="4704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2490959-CCFE-10D5-9FBD-F5E7859F1D32}"/>
              </a:ext>
            </a:extLst>
          </p:cNvPr>
          <p:cNvCxnSpPr>
            <a:cxnSpLocks/>
          </p:cNvCxnSpPr>
          <p:nvPr/>
        </p:nvCxnSpPr>
        <p:spPr>
          <a:xfrm flipV="1">
            <a:off x="1878806" y="4416553"/>
            <a:ext cx="0" cy="48234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0389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C8742-CCCF-ED23-B076-BF1D80D2E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97C08-5A1D-2A5B-5361-FA7223786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Scene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A4C06-966D-6AAF-DD86-80694E2D0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The first window is used to initialize the scene</a:t>
            </a:r>
          </a:p>
          <a:p>
            <a:r>
              <a:rPr lang="en-US" dirty="0"/>
              <a:t>It is crucial for this initialization to be as accurate as possible</a:t>
            </a:r>
          </a:p>
          <a:p>
            <a:r>
              <a:rPr lang="en-US" dirty="0"/>
              <a:t>The I2P network is run with each frame as the keyframe and the frame with the highest confidence is chosen </a:t>
            </a:r>
          </a:p>
        </p:txBody>
      </p:sp>
    </p:spTree>
    <p:extLst>
      <p:ext uri="{BB962C8B-B14F-4D97-AF65-F5344CB8AC3E}">
        <p14:creationId xmlns:p14="http://schemas.microsoft.com/office/powerpoint/2010/main" val="532762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5BE0-CBF2-05CC-A3D1-DEC17CF8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C2CDF-7F6F-C685-F78D-3B4698E3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Reservoir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reservoir strategy is used to keep the model scalable for long videos.</a:t>
                </a:r>
              </a:p>
              <a:p>
                <a:r>
                  <a:rPr lang="en-US" dirty="0"/>
                  <a:t>A maximum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frames are kept in the reservoir.</a:t>
                </a:r>
              </a:p>
              <a:p>
                <a:r>
                  <a:rPr lang="en-US" dirty="0"/>
                  <a:t>If a new frame comes when the reservoir is full, it is added to the reservoir with a probability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is the index of the new frame. A random existing frame is removed from the reservoir.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76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C10DF-3F1C-079C-EFE9-D809E3602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9D2D-4534-FD22-2FD2-73695F9D3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tokens are given as input, and the most similar frames are used to select top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frames.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𝑅𝑒𝑡𝑟𝑖𝑒𝑣𝑎𝑙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𝑘𝑒𝑦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 × 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 {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× 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Retriever has same architecture as I2P decoder</a:t>
                </a:r>
              </a:p>
              <a:p>
                <a:r>
                  <a:rPr lang="en-US" dirty="0"/>
                  <a:t>Retrieval is based on geometric suitability and visual similarity</a:t>
                </a:r>
              </a:p>
              <a:p>
                <a:r>
                  <a:rPr lang="en-US" dirty="0"/>
                  <a:t>As output, we are left with a new keyframe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scene frames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7685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4754-5079-AB1B-F7E5-3E4679B99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EA97-D1E6-F104-4BBE-EDB58B79D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F25D4-61E2-18AA-51D4-DDBCE481F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A patch embedding method is used.</a:t>
            </a:r>
          </a:p>
          <a:p>
            <a:r>
              <a:rPr lang="en-US" dirty="0"/>
              <a:t>Geometric tokens are encoded as:</a:t>
            </a:r>
          </a:p>
          <a:p>
            <a:endParaRPr lang="en-US" dirty="0"/>
          </a:p>
          <a:p>
            <a:r>
              <a:rPr lang="en-US" dirty="0"/>
              <a:t>Then they are combined with their corresponding visual tokens as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3916B7-B30C-9288-88CD-255F253F1F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685" y="2952282"/>
            <a:ext cx="3686629" cy="261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754B03-76AC-66FF-3137-06E56E4064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863" y="3725084"/>
            <a:ext cx="3746272" cy="26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92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B3FC-5F14-1BB8-5803-F31643002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164CA-914F-BCE4-60FC-F5D219A3E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Registration Decoder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transform local reconstruction of the keyframe to the scene coordinate system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reg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 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4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8BC1C-F3F9-85B8-ECAD-6D7E8954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EDC9-5BD5-BEDD-AC9E-B20E03E0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Scene Decoder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refine the scene geometry without coordinate system changes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sec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1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59168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1D352-1562-9AF6-53DB-1B0263DB7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Same head as I2P is applied.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are the scale factor,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992B204-46AA-1A6D-C90F-D30D5E5D5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83325A6-7036-0690-3241-6AAC05469B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45" y="3497584"/>
            <a:ext cx="4914157" cy="756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48EB44-F031-479E-7FDB-C70F5B6ED2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547" y="2612027"/>
            <a:ext cx="6106906" cy="35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335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0BE8-4EBE-A374-A286-3B7C8BB3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28153-A437-238D-A136-A017E2CD9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SLAM3R is a novel and effective system that performs real-time, high-quality, dense 3D scene reconstruction using RGB videos</a:t>
            </a:r>
          </a:p>
          <a:p>
            <a:r>
              <a:rPr lang="en-GB" dirty="0"/>
              <a:t>It employs a two hierarchy </a:t>
            </a:r>
            <a:r>
              <a:rPr lang="en-US" dirty="0"/>
              <a:t>neural network framework to perform end-to-end </a:t>
            </a:r>
            <a:r>
              <a:rPr lang="en-GB" dirty="0"/>
              <a:t>3D reconstruction</a:t>
            </a:r>
          </a:p>
          <a:p>
            <a:r>
              <a:rPr lang="en-GB" dirty="0"/>
              <a:t>The method generates dense points with high accuracy and is able to run in real-time for RGB monocular input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9F71F-38B8-AAEE-ADA9-D39ACD0A5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7655759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C6A86-0C24-5745-BEEE-C8AD91C0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386B0-A70B-9851-8C57-181D99933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60544-6FAD-120E-8E25-21B6AB3C97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0" y="-1"/>
            <a:ext cx="12192001" cy="685800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D7AD768-B5C0-D113-7B7F-270154F99072}"/>
              </a:ext>
            </a:extLst>
          </p:cNvPr>
          <p:cNvSpPr txBox="1">
            <a:spLocks/>
          </p:cNvSpPr>
          <p:nvPr/>
        </p:nvSpPr>
        <p:spPr>
          <a:xfrm>
            <a:off x="3585407" y="2824525"/>
            <a:ext cx="5021182" cy="2450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6000" dirty="0">
                <a:solidFill>
                  <a:srgbClr val="FFFFFF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423423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776</Words>
  <Application>Microsoft Office PowerPoint</Application>
  <PresentationFormat>Widescreen</PresentationFormat>
  <Paragraphs>137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Bierstadt</vt:lpstr>
      <vt:lpstr>Cambria Math</vt:lpstr>
      <vt:lpstr>GestaltVTI</vt:lpstr>
      <vt:lpstr>SLAM3R</vt:lpstr>
      <vt:lpstr>3D Reconstruction</vt:lpstr>
      <vt:lpstr>Motivation for SLAM3R</vt:lpstr>
      <vt:lpstr>Methodology</vt:lpstr>
      <vt:lpstr>I2P Network</vt:lpstr>
      <vt:lpstr>Image Encoder</vt:lpstr>
      <vt:lpstr>Keyframe Decoder</vt:lpstr>
      <vt:lpstr>Supporting Decoder</vt:lpstr>
      <vt:lpstr>Points Reconstruction</vt:lpstr>
      <vt:lpstr>L2W Network</vt:lpstr>
      <vt:lpstr>Scene Initialization</vt:lpstr>
      <vt:lpstr>Reservoir</vt:lpstr>
      <vt:lpstr>Retrieval</vt:lpstr>
      <vt:lpstr>Points Embedding</vt:lpstr>
      <vt:lpstr>Registration Decoder</vt:lpstr>
      <vt:lpstr>Scene Decoder</vt:lpstr>
      <vt:lpstr>Points Reconstruction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Warren Jayakumar</dc:creator>
  <cp:lastModifiedBy>Warren Jayakumar</cp:lastModifiedBy>
  <cp:revision>24</cp:revision>
  <dcterms:created xsi:type="dcterms:W3CDTF">2025-09-10T08:32:01Z</dcterms:created>
  <dcterms:modified xsi:type="dcterms:W3CDTF">2025-09-10T17:36:04Z</dcterms:modified>
</cp:coreProperties>
</file>