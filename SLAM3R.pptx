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CDF69-D9FB-4E48-813D-3E3D547B719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F0BAF-A7CC-42F6-BA05-9EE3374D58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31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F0BAF-A7CC-42F6-BA05-9EE3374D582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361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82982-7DB2-F7A4-9205-D6B42ADD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D18C9-F06B-BE37-87B3-E044D3094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44770-8A6A-5837-C3EB-3EA0FB11D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E056B-D6FB-3D4B-6921-93BF0F462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F0BAF-A7CC-42F6-BA05-9EE3374D582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054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3F599-29BB-0D69-BCBD-02D4A0E52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EFCEF-4845-3C69-A7AC-627421DA6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D5CDC-3455-40B0-1C96-0DB26B5E8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5DB3E-6696-C479-F02A-2C2ADC8DA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F0BAF-A7CC-42F6-BA05-9EE3374D582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725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833EE-9FDF-67C1-FDAF-2D8FDCF0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30322-B3DF-759A-2217-F6AC81801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1A504-A63F-4AD2-54CF-A648C60C0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93D29-3B9F-7B3D-9ADB-CC2ABC7BB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F0BAF-A7CC-42F6-BA05-9EE3374D582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63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C058-7252-440C-CF05-0AE240D4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2355F-E82E-3596-CB53-14AF72256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0E606-A131-B760-77AE-7E69C3143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0AE2A-27DD-239F-CDEC-355AA89C9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F0BAF-A7CC-42F6-BA05-9EE3374D582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634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D5A55-1349-C97E-C904-D7BDFC93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4A3B7-1D4A-D749-8A9A-478D6CB6B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780D5-0183-D1EF-375A-84C9B2226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8A634-204A-C2B5-323B-4945D051B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F0BAF-A7CC-42F6-BA05-9EE3374D582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4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867D-F7BB-2397-E991-E045C4E17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15763-D7CB-A134-594D-0D85D27E1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6C3C8-1662-2AC5-4FF5-FF852657A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2F385-15B3-42DB-1386-DC32E6C33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F0BAF-A7CC-42F6-BA05-9EE3374D582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490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0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4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6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9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2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9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5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61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87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4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3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50000"/>
                <a:lumOff val="50000"/>
              </a:schemeClr>
            </a:gs>
            <a:gs pos="0">
              <a:schemeClr val="bg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3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D06B9-56B5-D9DC-2110-29CD5E2961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9512" b="4238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415CC0-7A2B-1B9B-F1D9-A8D5A143D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en-GB" sz="6000" dirty="0">
                <a:solidFill>
                  <a:srgbClr val="FFFFFF"/>
                </a:solidFill>
              </a:rPr>
              <a:t>SLAM3R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D6242-EDB3-C73D-2658-B2E895929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 fontScale="92500"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Real-Time Dense Scene Reconstruction from Monocular RGB Videos</a:t>
            </a:r>
          </a:p>
          <a:p>
            <a:r>
              <a:rPr lang="en-US" sz="2400" dirty="0"/>
              <a:t>CVPR 2025</a:t>
            </a:r>
          </a:p>
          <a:p>
            <a:r>
              <a:rPr lang="en-US" sz="2400" dirty="0">
                <a:solidFill>
                  <a:srgbClr val="FFFFFF"/>
                </a:solidFill>
              </a:rPr>
              <a:t>Liu et al.</a:t>
            </a:r>
            <a:endParaRPr lang="en-GB" sz="2400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C2942CD-BEFC-903D-FD5B-F72E73DF9D98}"/>
              </a:ext>
            </a:extLst>
          </p:cNvPr>
          <p:cNvSpPr txBox="1">
            <a:spLocks/>
          </p:cNvSpPr>
          <p:nvPr/>
        </p:nvSpPr>
        <p:spPr>
          <a:xfrm>
            <a:off x="2625852" y="6349910"/>
            <a:ext cx="9144000" cy="474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By </a:t>
            </a:r>
            <a:r>
              <a:rPr lang="en-US" dirty="0" err="1"/>
              <a:t>VisionNext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4844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931D-9209-2E09-EF9D-317A26DD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D5B16-8C5D-3E26-951D-85F3AE5D5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949958"/>
            <a:ext cx="11155680" cy="3767328"/>
          </a:xfrm>
        </p:spPr>
        <p:txBody>
          <a:bodyPr/>
          <a:lstStyle/>
          <a:p>
            <a:r>
              <a:rPr lang="en-GB" dirty="0"/>
              <a:t>Some methods for reconstruction are Structure from Motion (</a:t>
            </a:r>
            <a:r>
              <a:rPr lang="en-GB" dirty="0" err="1"/>
              <a:t>SfM</a:t>
            </a:r>
            <a:r>
              <a:rPr lang="en-GB" dirty="0"/>
              <a:t>), Multi View Stereo (MVS) and Monocular SLAM-based reconstructions.</a:t>
            </a:r>
          </a:p>
          <a:p>
            <a:r>
              <a:rPr lang="en-GB" dirty="0"/>
              <a:t>These have certain issues:</a:t>
            </a:r>
          </a:p>
          <a:p>
            <a:pPr lvl="1"/>
            <a:r>
              <a:rPr lang="en-GB" dirty="0" err="1"/>
              <a:t>SfM</a:t>
            </a:r>
            <a:r>
              <a:rPr lang="en-GB" dirty="0"/>
              <a:t>: sparse points and require heavy optimization</a:t>
            </a:r>
          </a:p>
          <a:p>
            <a:pPr lvl="1"/>
            <a:r>
              <a:rPr lang="en-GB" dirty="0"/>
              <a:t>MVS: Not real-time</a:t>
            </a:r>
          </a:p>
          <a:p>
            <a:pPr lvl="1"/>
            <a:r>
              <a:rPr lang="en-GB" dirty="0"/>
              <a:t>Monocular SLAM: Slow and drift accumulation</a:t>
            </a:r>
          </a:p>
        </p:txBody>
      </p:sp>
      <p:pic>
        <p:nvPicPr>
          <p:cNvPr id="1026" name="Picture 2" descr="Structure from Motion (SfM) photogrammetric principle. Source:... |  Download Scientific Diagram">
            <a:extLst>
              <a:ext uri="{FF2B5EF4-FFF2-40B4-BE49-F238E27FC236}">
                <a16:creationId xmlns:a16="http://schemas.microsoft.com/office/drawing/2014/main" id="{BF65C4F7-FED6-C3FF-49C9-7E8DF2B41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28" y="4151377"/>
            <a:ext cx="3165225" cy="235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ulti-view stereo algorithm steps [5] | Download Scientific Diagram">
            <a:extLst>
              <a:ext uri="{FF2B5EF4-FFF2-40B4-BE49-F238E27FC236}">
                <a16:creationId xmlns:a16="http://schemas.microsoft.com/office/drawing/2014/main" id="{FD3F6B60-7348-08F0-DD68-8F67AC40D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048" y="2932135"/>
            <a:ext cx="3408807" cy="367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FC420D-E97B-57D0-D075-D7A6F67A3E2F}"/>
              </a:ext>
            </a:extLst>
          </p:cNvPr>
          <p:cNvSpPr txBox="1"/>
          <p:nvPr/>
        </p:nvSpPr>
        <p:spPr>
          <a:xfrm>
            <a:off x="3923920" y="5050708"/>
            <a:ext cx="269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Structure from Motion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72B16-8D26-839D-84D6-71CDD49660E1}"/>
              </a:ext>
            </a:extLst>
          </p:cNvPr>
          <p:cNvSpPr txBox="1"/>
          <p:nvPr/>
        </p:nvSpPr>
        <p:spPr>
          <a:xfrm>
            <a:off x="5886832" y="6023307"/>
            <a:ext cx="269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Multi View Stereo</a:t>
            </a:r>
          </a:p>
        </p:txBody>
      </p:sp>
    </p:spTree>
    <p:extLst>
      <p:ext uri="{BB962C8B-B14F-4D97-AF65-F5344CB8AC3E}">
        <p14:creationId xmlns:p14="http://schemas.microsoft.com/office/powerpoint/2010/main" val="225230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4F44-B478-6CA4-AA04-D2A9CE268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B3B19-F83E-0A1E-8265-14151E9FA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 for SLAM3R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9F851-98D0-E109-8801-6CF20F513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949958"/>
            <a:ext cx="11155680" cy="3767328"/>
          </a:xfrm>
        </p:spPr>
        <p:txBody>
          <a:bodyPr/>
          <a:lstStyle/>
          <a:p>
            <a:r>
              <a:rPr lang="en-GB" dirty="0"/>
              <a:t>The goal is to have a method that satisfies the following:</a:t>
            </a:r>
          </a:p>
          <a:p>
            <a:pPr lvl="1"/>
            <a:r>
              <a:rPr lang="en-GB" dirty="0"/>
              <a:t>Generates dense points</a:t>
            </a:r>
          </a:p>
          <a:p>
            <a:pPr lvl="1"/>
            <a:r>
              <a:rPr lang="en-GB" dirty="0"/>
              <a:t>Has high accuracy</a:t>
            </a:r>
          </a:p>
          <a:p>
            <a:pPr lvl="1"/>
            <a:r>
              <a:rPr lang="en-GB" dirty="0"/>
              <a:t>Able to run in real-time</a:t>
            </a:r>
          </a:p>
          <a:p>
            <a:pPr lvl="1"/>
            <a:r>
              <a:rPr lang="en-GB" dirty="0"/>
              <a:t>Works with RGB monocular input</a:t>
            </a:r>
          </a:p>
          <a:p>
            <a:r>
              <a:rPr lang="en-GB" dirty="0"/>
              <a:t>SLAM3R is a </a:t>
            </a:r>
            <a:r>
              <a:rPr lang="en-US" dirty="0"/>
              <a:t>real-time, end-to-end system for dense reconstruction from monocular RGB videos which satisfies the above requirements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012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16D6A-7D07-054C-C3E7-FE7AEA1E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DFDA-FA4B-5639-4335-DC52A650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3F440-F942-EFE2-25B5-F88490BB8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949958"/>
            <a:ext cx="11155680" cy="3767328"/>
          </a:xfrm>
        </p:spPr>
        <p:txBody>
          <a:bodyPr/>
          <a:lstStyle/>
          <a:p>
            <a:r>
              <a:rPr lang="en-US" dirty="0"/>
              <a:t>The architecture consists of 2 networks:</a:t>
            </a:r>
          </a:p>
          <a:p>
            <a:pPr lvl="1"/>
            <a:r>
              <a:rPr lang="en-US" dirty="0"/>
              <a:t>Image to Point (I2P)</a:t>
            </a:r>
          </a:p>
          <a:p>
            <a:pPr lvl="1"/>
            <a:r>
              <a:rPr lang="en-US" dirty="0"/>
              <a:t>Local to World (L2W)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961378-F31F-FF57-980C-4729EBF3A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34" y="3122505"/>
            <a:ext cx="9726932" cy="309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61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FC30-157F-88C8-6E0A-001022BF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54B46-E146-3A26-5B4E-45DE32A6B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I2P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55159-EA84-F8DC-E08E-D7C140405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949958"/>
            <a:ext cx="11155680" cy="3767328"/>
          </a:xfrm>
        </p:spPr>
        <p:txBody>
          <a:bodyPr/>
          <a:lstStyle/>
          <a:p>
            <a:r>
              <a:rPr lang="en-US" dirty="0"/>
              <a:t>The I2P model infers dense 3D point maps for every pixel of a keyframe in a window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BA22D-F574-B257-8361-9B31DA1EFB9F}"/>
              </a:ext>
            </a:extLst>
          </p:cNvPr>
          <p:cNvSpPr/>
          <p:nvPr/>
        </p:nvSpPr>
        <p:spPr>
          <a:xfrm>
            <a:off x="1959865" y="3621024"/>
            <a:ext cx="1740406" cy="1636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Image encoder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90343-86A4-053C-B34B-D77CC49484D8}"/>
              </a:ext>
            </a:extLst>
          </p:cNvPr>
          <p:cNvSpPr/>
          <p:nvPr/>
        </p:nvSpPr>
        <p:spPr>
          <a:xfrm>
            <a:off x="4788405" y="2673477"/>
            <a:ext cx="1740410" cy="1636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Keyframe Decoder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4D5DBF-39C0-E89D-CA5D-453B4DECDF8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700271" y="3491865"/>
            <a:ext cx="1088134" cy="947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3FE139A-336A-51D9-57C5-13070E4215DD}"/>
              </a:ext>
            </a:extLst>
          </p:cNvPr>
          <p:cNvSpPr/>
          <p:nvPr/>
        </p:nvSpPr>
        <p:spPr>
          <a:xfrm>
            <a:off x="7850501" y="3621024"/>
            <a:ext cx="1740406" cy="1636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Points reconstruction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5F21AA-A78A-4FD6-8D47-15224936AA02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6528815" y="3491865"/>
            <a:ext cx="1321686" cy="947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70F7563-5704-5E33-3E64-68C945FC71F7}"/>
              </a:ext>
            </a:extLst>
          </p:cNvPr>
          <p:cNvSpPr/>
          <p:nvPr/>
        </p:nvSpPr>
        <p:spPr>
          <a:xfrm>
            <a:off x="4788407" y="4697730"/>
            <a:ext cx="1740407" cy="1636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Supporting Frame Decoder</a:t>
            </a:r>
            <a:endParaRPr lang="en-GB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6EB2E64-0D88-69C3-BDEA-49262268C9F0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>
            <a:off x="3700271" y="4439412"/>
            <a:ext cx="1088136" cy="1076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F797E96-A135-E6A1-C78D-AF0D8CF855CB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6528814" y="4439412"/>
            <a:ext cx="1321687" cy="1076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29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D1970-2B06-ACB8-90C9-91B44B99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FCCE0-0B50-8633-AC85-F856DA99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I2P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6F497-E0FC-32A0-1A7F-FA23E57D4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75" y="1949958"/>
            <a:ext cx="11155680" cy="5145786"/>
          </a:xfrm>
        </p:spPr>
        <p:txBody>
          <a:bodyPr>
            <a:normAutofit/>
          </a:bodyPr>
          <a:lstStyle/>
          <a:p>
            <a:r>
              <a:rPr lang="en-US" dirty="0"/>
              <a:t>Image Encoder: </a:t>
            </a:r>
          </a:p>
          <a:p>
            <a:pPr lvl="1"/>
            <a:r>
              <a:rPr lang="en-US" dirty="0"/>
              <a:t>Each frame is encoded to obtain token representations. </a:t>
            </a:r>
          </a:p>
          <a:p>
            <a:pPr lvl="1"/>
            <a:r>
              <a:rPr lang="en-US" dirty="0"/>
              <a:t>Encoder blocks each contain self-attention and feed-forward layers. </a:t>
            </a:r>
          </a:p>
          <a:p>
            <a:pPr lvl="1"/>
            <a:endParaRPr lang="en-US" dirty="0"/>
          </a:p>
          <a:p>
            <a:r>
              <a:rPr lang="en-US" dirty="0"/>
              <a:t>Keyframe Decoder:</a:t>
            </a:r>
          </a:p>
          <a:p>
            <a:pPr lvl="1"/>
            <a:r>
              <a:rPr lang="en-US" dirty="0"/>
              <a:t>Vision transformer Decoder</a:t>
            </a:r>
          </a:p>
          <a:p>
            <a:pPr lvl="1"/>
            <a:r>
              <a:rPr lang="en-US" dirty="0"/>
              <a:t>Performs self attention on the keyframe</a:t>
            </a:r>
          </a:p>
          <a:p>
            <a:pPr lvl="1"/>
            <a:r>
              <a:rPr lang="en-US" dirty="0"/>
              <a:t>Performs cross-attention with queries from the keyframe and keys and values from supporting frames</a:t>
            </a:r>
          </a:p>
          <a:p>
            <a:endParaRPr lang="en-US" dirty="0"/>
          </a:p>
          <a:p>
            <a:r>
              <a:rPr lang="en-US" dirty="0"/>
              <a:t>Supporting decoder:</a:t>
            </a:r>
          </a:p>
        </p:txBody>
      </p:sp>
    </p:spTree>
    <p:extLst>
      <p:ext uri="{BB962C8B-B14F-4D97-AF65-F5344CB8AC3E}">
        <p14:creationId xmlns:p14="http://schemas.microsoft.com/office/powerpoint/2010/main" val="308679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2783-16BA-5BD4-316F-CE8A1F42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FD65-A749-CA2D-6BE3-B948EE5C8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I2P Image Encoder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7901A-6081-4487-AAB9-271FCE748F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175" y="1949958"/>
                <a:ext cx="11155680" cy="51457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frame is encoded to obtain token representations. </a:t>
                </a:r>
              </a:p>
              <a:p>
                <a:r>
                  <a:rPr lang="en-US" dirty="0"/>
                  <a:t>Encoder blocks each contain self-attention and feed-forward layers. 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𝑖𝑚𝑔</m:t>
                          </m:r>
                        </m:sub>
                      </m:sSub>
                      <m:r>
                        <m:rPr>
                          <m:lit/>
                        </m:rP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×3)</m:t>
                          </m:r>
                        </m:sup>
                      </m:sSubSup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= 1 … 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Output tokens are separated as keyframe and supporting frames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7901A-6081-4487-AAB9-271FCE748F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175" y="1949958"/>
                <a:ext cx="11155680" cy="5145786"/>
              </a:xfrm>
              <a:blipFill>
                <a:blip r:embed="rId3"/>
                <a:stretch>
                  <a:fillRect l="-383" t="-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62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37518-2875-EE6E-9740-8C3D33B78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2458-0389-C7D7-6752-C141F20E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Keyframe Decoder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05CCA2-A481-42A6-2BEF-B6CB00CF1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175" y="1949958"/>
                <a:ext cx="11155680" cy="51457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Uses the vision transformer decoder architecture</a:t>
                </a:r>
              </a:p>
              <a:p>
                <a:r>
                  <a:rPr lang="en-US" dirty="0"/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key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a:rPr lang="en-US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sup</m:t>
                        </m:r>
                      </m:sub>
                    </m:sSub>
                    <m:sSubSup>
                      <m:sSubSupPr>
                        <m:ctrlPr>
                          <a:rPr lang="en-US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-1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Performs self attention on the keyframe</a:t>
                </a:r>
              </a:p>
              <a:p>
                <a:r>
                  <a:rPr lang="en-US" dirty="0"/>
                  <a:t>Performs cross-attention with queries from the keyframe and keys and values from supporting frames</a:t>
                </a:r>
              </a:p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key</m:t>
                        </m:r>
                      </m:sub>
                    </m:sSub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nor/>
                      </m:rP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key</m:t>
                        </m:r>
                      </m:sub>
                    </m:sSub>
                    <m:d>
                      <m:dPr>
                        <m:ctrlPr>
                          <a:rPr lang="en-US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key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m:rPr>
                            <m:lit/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sup</m:t>
                            </m:r>
                          </m:sub>
                        </m:sSub>
                        <m:sSubSup>
                          <m:sSubSupPr>
                            <m:ctrlPr>
                              <a:rPr lang="en-US" i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lit/>
                                <m:nor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-1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05CCA2-A481-42A6-2BEF-B6CB00CF1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175" y="1949958"/>
                <a:ext cx="11155680" cy="5145786"/>
              </a:xfrm>
              <a:blipFill>
                <a:blip r:embed="rId3"/>
                <a:stretch>
                  <a:fillRect l="-383" t="-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954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31EDC-3B2D-6401-5FFC-C66F3E14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543C-8471-E599-A7DC-5742F6B0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Supporting Decoder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D486F-97CE-FABC-C5A5-10C09C67DA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175" y="1949958"/>
                <a:ext cx="11155680" cy="51457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Complements the keyframe decoder</a:t>
                </a:r>
              </a:p>
              <a:p>
                <a:r>
                  <a:rPr lang="en-US" dirty="0"/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key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sup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1 …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Self attention within each supporting frame</a:t>
                </a:r>
              </a:p>
              <a:p>
                <a:r>
                  <a:rPr lang="en-US" dirty="0"/>
                  <a:t>Cross attention between each supporting frame and key frame</a:t>
                </a:r>
                <a:endParaRPr lang="en-GB" dirty="0"/>
              </a:p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su</m:t>
                        </m:r>
                        <m:sSub>
                          <m:sSubPr>
                            <m:ctrlPr>
                              <a:rPr lang="en-US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nor/>
                      </m:rP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sup</m:t>
                        </m:r>
                      </m:sub>
                    </m:sSub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su</m:t>
                            </m:r>
                            <m:sSub>
                              <m:sSubPr>
                                <m:ctrl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sub>
                        </m:sSub>
                        <m:r>
                          <m:rPr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 </m:t>
                        </m:r>
                        <m:sSub>
                          <m:sSubPr>
                            <m:ctrlPr>
                              <a:rPr lang="en-US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key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 = 1 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… 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-1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D486F-97CE-FABC-C5A5-10C09C67DA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175" y="1949958"/>
                <a:ext cx="11155680" cy="5145786"/>
              </a:xfrm>
              <a:blipFill>
                <a:blip r:embed="rId3"/>
                <a:stretch>
                  <a:fillRect l="-383" t="-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390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7AB0-2ECF-4B4C-8AC9-5423A623E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58C2F4-D218-366F-6EC9-C294EFD0C7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175" y="1949958"/>
                <a:ext cx="11155680" cy="51457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 linear head is applied to regress dense 3D point maps in the unified coordinate system from decoded tokens.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loss function is given as: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:binary mask of valid points that have ground truth values in</a:t>
                </a:r>
                <a14:m/>
              </a:p>
              <a:p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dirty="0"/>
                  <a:t>are the scale factor,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dirty="0"/>
                  <a:t>is the predicted confidence map, 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is a hyperparameter to control regularization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58C2F4-D218-366F-6EC9-C294EFD0C7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175" y="1949958"/>
                <a:ext cx="11155680" cy="5145786"/>
              </a:xfrm>
              <a:blipFill>
                <a:blip r:embed="rId3"/>
                <a:stretch>
                  <a:fillRect l="-383" t="-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3E0018D-990A-C41F-7199-C5BD575E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Reconstruction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5568B8E-4DE7-6097-E6C2-020075D01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4518" y="2558415"/>
            <a:ext cx="6082963" cy="42252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497B925-80D2-D265-367C-A174F6FF16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13023" y="3522507"/>
            <a:ext cx="4342841" cy="74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4020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Widescreen</PresentationFormat>
  <Paragraphs>80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Bierstadt</vt:lpstr>
      <vt:lpstr>Cambria Math</vt:lpstr>
      <vt:lpstr>GestaltVTI</vt:lpstr>
      <vt:lpstr>SLAM3R</vt:lpstr>
      <vt:lpstr>3D Reconstruction</vt:lpstr>
      <vt:lpstr>Motivation for SLAM3R</vt:lpstr>
      <vt:lpstr>Methodology</vt:lpstr>
      <vt:lpstr>I2P Network</vt:lpstr>
      <vt:lpstr>I2P Network</vt:lpstr>
      <vt:lpstr>I2P Image Encoder</vt:lpstr>
      <vt:lpstr>Keyframe Decoder</vt:lpstr>
      <vt:lpstr>Supporting Decoder</vt:lpstr>
      <vt:lpstr>Points Reconstruction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Warren Jayakumar</dc:creator>
  <cp:lastModifiedBy>Warren Jayakumar</cp:lastModifiedBy>
  <cp:revision>10</cp:revision>
  <dcterms:created xsi:type="dcterms:W3CDTF">2025-09-10T08:32:01Z</dcterms:created>
  <dcterms:modified xsi:type="dcterms:W3CDTF">2025-09-10T11:19:15Z</dcterms:modified>
</cp:coreProperties>
</file>